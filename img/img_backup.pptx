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3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4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6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0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0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7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72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9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2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1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D9718-4D6D-482A-A921-4452A3224D9A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34769-819D-4F47-A5A9-8FF890A8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8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8" Type="http://schemas.openxmlformats.org/officeDocument/2006/relationships/image" Target="../media/image28.png"/><Relationship Id="rId21" Type="http://schemas.openxmlformats.org/officeDocument/2006/relationships/image" Target="../media/image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0.png"/><Relationship Id="rId23" Type="http://schemas.openxmlformats.org/officeDocument/2006/relationships/image" Target="../media/image8.png"/><Relationship Id="rId10" Type="http://schemas.openxmlformats.org/officeDocument/2006/relationships/image" Target="../media/image4.png"/><Relationship Id="rId19" Type="http://schemas.openxmlformats.org/officeDocument/2006/relationships/image" Target="../media/image5.png"/><Relationship Id="rId9" Type="http://schemas.openxmlformats.org/officeDocument/2006/relationships/image" Target="../media/image3.png"/><Relationship Id="rId22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-396552" y="116632"/>
            <a:ext cx="2304256" cy="1985102"/>
            <a:chOff x="6551936" y="735014"/>
            <a:chExt cx="2304256" cy="1985102"/>
          </a:xfrm>
        </p:grpSpPr>
        <p:grpSp>
          <p:nvGrpSpPr>
            <p:cNvPr id="30" name="Groupe 9"/>
            <p:cNvGrpSpPr/>
            <p:nvPr/>
          </p:nvGrpSpPr>
          <p:grpSpPr>
            <a:xfrm>
              <a:off x="6551936" y="735014"/>
              <a:ext cx="2304256" cy="1980752"/>
              <a:chOff x="84352" y="928104"/>
              <a:chExt cx="2304256" cy="1980752"/>
            </a:xfrm>
          </p:grpSpPr>
          <p:pic>
            <p:nvPicPr>
              <p:cNvPr id="31" name="Imag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352" y="928104"/>
                <a:ext cx="2304256" cy="198075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4"/>
                  <p:cNvSpPr/>
                  <p:nvPr/>
                </p:nvSpPr>
                <p:spPr>
                  <a:xfrm rot="19257007">
                    <a:off x="1099822" y="1279537"/>
                    <a:ext cx="735009" cy="403828"/>
                  </a:xfrm>
                  <a:prstGeom prst="rect">
                    <a:avLst/>
                  </a:prstGeom>
                  <a:scene3d>
                    <a:camera prst="orthographicFront">
                      <a:rot lat="0" lon="0" rev="0"/>
                    </a:camera>
                    <a:lightRig rig="threePt" dir="t"/>
                  </a:scene3d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zh-CN" altLang="zh-CN" sz="1600" b="1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zh-CN" sz="1600" b="1" i="1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𝑭𝒆𝑭𝒆</m:t>
                              </m:r>
                            </m:sub>
                            <m:sup>
                              <m:r>
                                <a:rPr lang="en-US" altLang="zh-CN" sz="1600" b="1" i="1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altLang="zh-CN" sz="1600" b="1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600" b="1" i="1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Rectangle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257007">
                    <a:off x="1099822" y="1279537"/>
                    <a:ext cx="735009" cy="40382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16"/>
                  <p:cNvSpPr/>
                  <p:nvPr/>
                </p:nvSpPr>
                <p:spPr>
                  <a:xfrm>
                    <a:off x="261276" y="1543713"/>
                    <a:ext cx="726994" cy="404791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zh-CN" altLang="zh-CN" sz="16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𝑭𝒆</m:t>
                              </m:r>
                              <m:r>
                                <a:rPr lang="fr-FR" altLang="zh-CN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𝑵𝒊</m:t>
                              </m:r>
                            </m:sub>
                            <m:sup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altLang="zh-CN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1276" y="1543713"/>
                    <a:ext cx="726994" cy="40479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Rectangle 3"/>
                <p:cNvSpPr/>
                <p:nvPr/>
              </p:nvSpPr>
              <p:spPr>
                <a:xfrm>
                  <a:off x="7537184" y="735014"/>
                  <a:ext cx="383438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altLang="zh-CN" sz="1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𝑭𝒆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184" y="735014"/>
                  <a:ext cx="383438" cy="2616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Rectangle 24"/>
                <p:cNvSpPr/>
                <p:nvPr/>
              </p:nvSpPr>
              <p:spPr>
                <a:xfrm>
                  <a:off x="7530533" y="2458506"/>
                  <a:ext cx="377026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𝑵𝒊</m:t>
                        </m:r>
                      </m:oMath>
                    </m:oMathPara>
                  </a14:m>
                  <a:endParaRPr lang="en-US" sz="11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0533" y="2458506"/>
                  <a:ext cx="377026" cy="2616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e 11"/>
          <p:cNvGrpSpPr/>
          <p:nvPr/>
        </p:nvGrpSpPr>
        <p:grpSpPr>
          <a:xfrm>
            <a:off x="2555776" y="116632"/>
            <a:ext cx="2314898" cy="1982273"/>
            <a:chOff x="6551936" y="2929746"/>
            <a:chExt cx="2314898" cy="1982273"/>
          </a:xfrm>
        </p:grpSpPr>
        <p:grpSp>
          <p:nvGrpSpPr>
            <p:cNvPr id="37" name="Groupe 7"/>
            <p:cNvGrpSpPr/>
            <p:nvPr/>
          </p:nvGrpSpPr>
          <p:grpSpPr>
            <a:xfrm>
              <a:off x="6551936" y="2939683"/>
              <a:ext cx="2314898" cy="1965192"/>
              <a:chOff x="6551936" y="2939683"/>
              <a:chExt cx="2314898" cy="1965192"/>
            </a:xfrm>
          </p:grpSpPr>
          <p:grpSp>
            <p:nvGrpSpPr>
              <p:cNvPr id="40" name="Groupe 35"/>
              <p:cNvGrpSpPr/>
              <p:nvPr/>
            </p:nvGrpSpPr>
            <p:grpSpPr>
              <a:xfrm>
                <a:off x="6551936" y="2939683"/>
                <a:ext cx="2314898" cy="1965192"/>
                <a:chOff x="6551936" y="2939683"/>
                <a:chExt cx="2314898" cy="1965192"/>
              </a:xfrm>
            </p:grpSpPr>
            <p:pic>
              <p:nvPicPr>
                <p:cNvPr id="42" name="Image 33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51936" y="2939683"/>
                  <a:ext cx="2314898" cy="196519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Rectangle 39"/>
                    <p:cNvSpPr/>
                    <p:nvPr/>
                  </p:nvSpPr>
                  <p:spPr>
                    <a:xfrm>
                      <a:off x="6698336" y="3501945"/>
                      <a:ext cx="646844" cy="40479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zh-CN" altLang="zh-CN" sz="16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fr-FR" altLang="zh-CN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𝑵𝒊𝑽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fr-FR" altLang="zh-CN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16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Rectangle 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98336" y="3501945"/>
                      <a:ext cx="646844" cy="404791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Rectangle 40"/>
                    <p:cNvSpPr/>
                    <p:nvPr/>
                  </p:nvSpPr>
                  <p:spPr>
                    <a:xfrm rot="19257007">
                      <a:off x="7600514" y="3231799"/>
                      <a:ext cx="654859" cy="403828"/>
                    </a:xfrm>
                    <a:prstGeom prst="rect">
                      <a:avLst/>
                    </a:prstGeom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zh-CN" altLang="zh-CN" sz="1600" b="1" i="1" smtClean="0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1" i="1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𝒈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𝑭𝒆</m:t>
                                </m:r>
                                <m:r>
                                  <a:rPr lang="fr-FR" altLang="zh-CN" sz="1600" b="1" i="1" smtClean="0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fr-FR" altLang="zh-CN" sz="1600" b="1" i="1" smtClean="0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600" b="1" i="1">
                                    <a:solidFill>
                                      <a:schemeClr val="tx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1600" b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Rectangle 4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257007">
                      <a:off x="7600514" y="3231799"/>
                      <a:ext cx="654859" cy="40382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29"/>
                  <p:cNvSpPr/>
                  <p:nvPr/>
                </p:nvSpPr>
                <p:spPr>
                  <a:xfrm>
                    <a:off x="7564182" y="3812445"/>
                    <a:ext cx="319318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oMath>
                      </m:oMathPara>
                    </a14:m>
                    <a:endParaRPr 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Rectangle 2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182" y="3812445"/>
                    <a:ext cx="31931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25"/>
                <p:cNvSpPr/>
                <p:nvPr/>
              </p:nvSpPr>
              <p:spPr>
                <a:xfrm>
                  <a:off x="7533549" y="4650409"/>
                  <a:ext cx="377026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1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𝑵𝒊</m:t>
                        </m:r>
                      </m:oMath>
                    </m:oMathPara>
                  </a14:m>
                  <a:endParaRPr lang="en-US" sz="11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3549" y="4650409"/>
                  <a:ext cx="377026" cy="2616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26"/>
                <p:cNvSpPr/>
                <p:nvPr/>
              </p:nvSpPr>
              <p:spPr>
                <a:xfrm>
                  <a:off x="7534457" y="2929746"/>
                  <a:ext cx="383438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altLang="zh-CN" sz="1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𝑭𝒆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4457" y="2929746"/>
                  <a:ext cx="383438" cy="2616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low_T_Calphad_MC"/>
          <p:cNvGrpSpPr/>
          <p:nvPr/>
        </p:nvGrpSpPr>
        <p:grpSpPr>
          <a:xfrm>
            <a:off x="5508104" y="-387424"/>
            <a:ext cx="4141038" cy="3538312"/>
            <a:chOff x="4716016" y="555902"/>
            <a:chExt cx="3960440" cy="3384000"/>
          </a:xfrm>
        </p:grpSpPr>
        <p:pic>
          <p:nvPicPr>
            <p:cNvPr id="48" name="low_T_Calphad_MC"/>
            <p:cNvPicPr>
              <a:picLocks noChangeAspect="1"/>
            </p:cNvPicPr>
            <p:nvPr/>
          </p:nvPicPr>
          <p:blipFill rotWithShape="1">
            <a:blip r:embed="rId1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04" r="20092"/>
            <a:stretch/>
          </p:blipFill>
          <p:spPr>
            <a:xfrm>
              <a:off x="4716016" y="555902"/>
              <a:ext cx="3960440" cy="3384000"/>
            </a:xfrm>
            <a:prstGeom prst="rect">
              <a:avLst/>
            </a:prstGeom>
          </p:spPr>
        </p:pic>
        <p:grpSp>
          <p:nvGrpSpPr>
            <p:cNvPr id="49" name="low_T_tot_key"/>
            <p:cNvGrpSpPr/>
            <p:nvPr/>
          </p:nvGrpSpPr>
          <p:grpSpPr>
            <a:xfrm>
              <a:off x="6621314" y="746782"/>
              <a:ext cx="1448411" cy="646331"/>
              <a:chOff x="3483553" y="613133"/>
              <a:chExt cx="1304471" cy="646331"/>
            </a:xfrm>
            <a:scene3d>
              <a:camera prst="isometricLeftDown">
                <a:rot lat="2100000" lon="1920000" rev="0"/>
              </a:camera>
              <a:lightRig rig="threePt" dir="t"/>
            </a:scene3d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ZoneTexte 7"/>
                  <p:cNvSpPr txBox="1"/>
                  <p:nvPr/>
                </p:nvSpPr>
                <p:spPr>
                  <a:xfrm>
                    <a:off x="3878627" y="613133"/>
                    <a:ext cx="909397" cy="646331"/>
                  </a:xfrm>
                  <a:prstGeom prst="rect">
                    <a:avLst/>
                  </a:prstGeom>
                  <a:noFill/>
                  <a:sp3d/>
                </p:spPr>
                <p:txBody>
                  <a:bodyPr wrap="square" lIns="0" rIns="0" rtlCol="0">
                    <a:spAutoFit/>
                  </a:bodyPr>
                  <a:lstStyle/>
                  <a:p>
                    <a:r>
                      <a:rPr lang="fr-FR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MC</a:t>
                    </a:r>
                  </a:p>
                  <a:p>
                    <a:r>
                      <a:rPr lang="fr-FR" sz="1200" b="1" dirty="0" err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Calphad</a:t>
                    </a:r>
                    <a:r>
                      <a:rPr lang="fr-FR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(</a:t>
                    </a:r>
                    <a14:m>
                      <m:oMath xmlns:m="http://schemas.openxmlformats.org/officeDocument/2006/math">
                        <m:r>
                          <a:rPr lang="fr-FR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</m:oMath>
                    </a14:m>
                    <a:r>
                      <a:rPr lang="fr-FR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  <a:p>
                    <a:r>
                      <a:rPr lang="fr-FR" sz="1200" b="1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Calphad</a:t>
                    </a:r>
                    <a:r>
                      <a:rPr lang="fr-FR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fr-FR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fr-FR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fr-FR" sz="12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r>
                      <a:rPr lang="fr-FR" sz="12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en-US" sz="1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ZoneTexte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78627" y="613133"/>
                    <a:ext cx="909397" cy="646331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Ellipse 12"/>
              <p:cNvSpPr/>
              <p:nvPr/>
            </p:nvSpPr>
            <p:spPr>
              <a:xfrm>
                <a:off x="3698072" y="733098"/>
                <a:ext cx="73513" cy="73513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52" name="Connecteur droit 14"/>
              <p:cNvCxnSpPr/>
              <p:nvPr/>
            </p:nvCxnSpPr>
            <p:spPr>
              <a:xfrm flipH="1">
                <a:off x="3491558" y="956395"/>
                <a:ext cx="288032" cy="0"/>
              </a:xfrm>
              <a:prstGeom prst="line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</a:ln>
              <a:sp3d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eur droit 15"/>
              <p:cNvCxnSpPr/>
              <p:nvPr/>
            </p:nvCxnSpPr>
            <p:spPr>
              <a:xfrm flipH="1">
                <a:off x="3483553" y="1117189"/>
                <a:ext cx="288032" cy="0"/>
              </a:xfrm>
              <a:prstGeom prst="line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prstDash val="sysDot"/>
              </a:ln>
              <a:sp3d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4" name="Image 12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5"/>
          <a:stretch/>
        </p:blipFill>
        <p:spPr>
          <a:xfrm>
            <a:off x="4641804" y="3130312"/>
            <a:ext cx="5124920" cy="309123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2108" y="3121367"/>
            <a:ext cx="5495113" cy="3091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" name="Image 1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20" t="3529" r="1960" b="-600"/>
          <a:stretch/>
        </p:blipFill>
        <p:spPr>
          <a:xfrm>
            <a:off x="3203848" y="6525344"/>
            <a:ext cx="3600400" cy="3960440"/>
          </a:xfrm>
          <a:prstGeom prst="rect">
            <a:avLst/>
          </a:prstGeom>
        </p:spPr>
      </p:pic>
      <p:pic>
        <p:nvPicPr>
          <p:cNvPr id="57" name="Image 1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" r="50980"/>
          <a:stretch/>
        </p:blipFill>
        <p:spPr>
          <a:xfrm>
            <a:off x="-396552" y="6453336"/>
            <a:ext cx="360040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8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5"/>
          <a:stretch/>
        </p:blipFill>
        <p:spPr>
          <a:xfrm>
            <a:off x="-1116632" y="-387424"/>
            <a:ext cx="9311734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5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396553" y="-531440"/>
            <a:ext cx="9540553" cy="5991962"/>
            <a:chOff x="-396553" y="-531440"/>
            <a:chExt cx="9540553" cy="5991962"/>
          </a:xfrm>
        </p:grpSpPr>
        <p:pic>
          <p:nvPicPr>
            <p:cNvPr id="4" name="Image 1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95"/>
            <a:stretch/>
          </p:blipFill>
          <p:spPr>
            <a:xfrm>
              <a:off x="323528" y="44443"/>
              <a:ext cx="8117922" cy="4896544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矩形 4"/>
            <p:cNvSpPr/>
            <p:nvPr/>
          </p:nvSpPr>
          <p:spPr>
            <a:xfrm>
              <a:off x="-396553" y="-531440"/>
              <a:ext cx="9540553" cy="5991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754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260649" y="-1152900"/>
            <a:ext cx="10801201" cy="8470332"/>
            <a:chOff x="-1260649" y="-1152900"/>
            <a:chExt cx="10801201" cy="847033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013" y="-143920"/>
              <a:ext cx="7542708" cy="64523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-1260649" y="-1152900"/>
              <a:ext cx="10801201" cy="8470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95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259632" y="764704"/>
            <a:ext cx="6624736" cy="5040560"/>
            <a:chOff x="1259632" y="764704"/>
            <a:chExt cx="6624736" cy="50405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1006520"/>
              <a:ext cx="6096000" cy="4572000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259632" y="764704"/>
              <a:ext cx="6624736" cy="50405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704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75656" y="476672"/>
            <a:ext cx="6056901" cy="5112568"/>
            <a:chOff x="1475656" y="476672"/>
            <a:chExt cx="6056901" cy="5112568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66" b="-1"/>
            <a:stretch/>
          </p:blipFill>
          <p:spPr bwMode="auto">
            <a:xfrm>
              <a:off x="2195736" y="1120679"/>
              <a:ext cx="4648200" cy="39645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1475656" y="476672"/>
              <a:ext cx="6056901" cy="51125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215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49</Words>
  <Application>Microsoft Office PowerPoint</Application>
  <PresentationFormat>全屏显示(4:3)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Yannick</dc:creator>
  <cp:lastModifiedBy>Yannick</cp:lastModifiedBy>
  <cp:revision>7</cp:revision>
  <dcterms:created xsi:type="dcterms:W3CDTF">2025-03-26T10:22:05Z</dcterms:created>
  <dcterms:modified xsi:type="dcterms:W3CDTF">2025-03-27T00:55:36Z</dcterms:modified>
</cp:coreProperties>
</file>